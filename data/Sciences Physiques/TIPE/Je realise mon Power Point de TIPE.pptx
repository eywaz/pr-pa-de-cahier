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0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DEE51D-6503-48C9-A964-6436843478D7}" type="datetimeFigureOut">
              <a:rPr lang="fr-FR" smtClean="0"/>
              <a:t>04/06/2024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5BADE6-43A3-444F-AA35-D642FCE119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9840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9D397076-04AF-422D-8AB0-12C1E1550393}" type="datetime1">
              <a:rPr lang="en-US" smtClean="0"/>
              <a:t>6/4/2024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PSI-MN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F6EC2-CBA7-4DA3-B7B2-00B54E065777}" type="datetime1">
              <a:rPr lang="en-US" smtClean="0"/>
              <a:t>6/4/2024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PSI-MN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37EA1080-0EED-4653-9EF3-F5B58B742A7B}" type="datetime1">
              <a:rPr lang="en-US" smtClean="0"/>
              <a:t>6/4/2024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PSI-MN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72F3771E-DDF9-4046-9296-BF88EE44C020}" type="datetime1">
              <a:rPr lang="en-US" smtClean="0"/>
              <a:t>6/4/2024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r>
              <a:rPr lang="en-US"/>
              <a:t>PSI-MN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7E83AD7E-AC9A-478F-95CE-BF683F1C6D59}" type="datetime1">
              <a:rPr lang="en-US" smtClean="0"/>
              <a:t>6/4/2024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r>
              <a:rPr lang="en-US"/>
              <a:t>PSI-MN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1D40A-B4E3-4B37-8094-0D51F042E6E7}" type="datetime1">
              <a:rPr lang="en-US" smtClean="0"/>
              <a:t>6/4/2024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PSI-MN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CB78E25E-8C6D-4ACA-983F-41D22FB1A6EA}" type="datetime1">
              <a:rPr lang="en-US" smtClean="0"/>
              <a:t>6/4/2024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r>
              <a:rPr lang="en-US"/>
              <a:t>PSI-MN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28ECE-7A79-42FC-AF65-F1680083F121}" type="datetime1">
              <a:rPr lang="en-US" smtClean="0"/>
              <a:t>6/4/2024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PSI-MN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0A61350B-9E92-4E16-B050-E9A202368483}" type="datetime1">
              <a:rPr lang="en-US" smtClean="0"/>
              <a:t>6/4/2024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r>
              <a:rPr lang="en-US"/>
              <a:t>PSI-MN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CAF63-4707-4645-A287-5669A8F6903C}" type="datetime1">
              <a:rPr lang="en-US" smtClean="0"/>
              <a:t>6/4/2024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PSI-MN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7E561546-C972-45C2-B332-813AA9A97EFD}" type="datetime1">
              <a:rPr lang="en-US" smtClean="0"/>
              <a:t>6/4/2024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r>
              <a:rPr lang="en-US"/>
              <a:t>PSI-MN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340F9D-A2E4-4756-99C0-F70F7916A9CA}" type="datetime1">
              <a:rPr lang="en-US" smtClean="0"/>
              <a:t>6/4/2024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PSI-MN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2B8789-E9F6-DA5F-FFCF-E149BA9FB9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Je réalise mon Power Point de TIPE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5D63C9C-FDE4-17C9-69C0-7251BEE222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  <a:p>
            <a:r>
              <a:rPr lang="fr-FR" dirty="0"/>
              <a:t>PSI – Roland Garros Le Tampon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5C3B112-DEEA-AB28-3896-C6CF34CDF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D87932F-8975-72BD-2C16-F5871D890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PSI-MN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963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E90046-49A1-F847-D5CF-99F141888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Page de garde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5E7CCD-7EC9-C76D-ED08-AC138D65E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/>
              <a:t>Titre (même que le MCOT)</a:t>
            </a:r>
            <a:endParaRPr lang="fr-FR" dirty="0"/>
          </a:p>
          <a:p>
            <a:r>
              <a:rPr lang="fr-FR" dirty="0"/>
              <a:t>Thème de l’année</a:t>
            </a:r>
          </a:p>
          <a:p>
            <a:r>
              <a:rPr lang="fr-FR" dirty="0"/>
              <a:t>Logo du TIPE</a:t>
            </a:r>
          </a:p>
          <a:p>
            <a:r>
              <a:rPr lang="fr-FR" dirty="0"/>
              <a:t>Nom du candidat + numéro</a:t>
            </a:r>
          </a:p>
          <a:p>
            <a:r>
              <a:rPr lang="fr-FR" dirty="0"/>
              <a:t>Photo d’illustration du TIPE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A31316B-1C3D-93E1-7002-CC3BE45E8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126" y="2213880"/>
            <a:ext cx="2165644" cy="2116579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4335F6B-DDE6-5220-AE7D-B993A035F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1EEAF66-75B2-E9CD-9AB9-3D0979B5C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PSI-MN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768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679C05-1795-4997-C127-51A6A17BF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Introduction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76697A6-F9CE-2C04-62F5-89891CE46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8447" y="803186"/>
            <a:ext cx="6610133" cy="5248622"/>
          </a:xfrm>
        </p:spPr>
        <p:txBody>
          <a:bodyPr/>
          <a:lstStyle/>
          <a:p>
            <a:r>
              <a:rPr lang="fr-FR" dirty="0"/>
              <a:t>Contextualisation : il faut trouver une accroche qui relie votre TIPE à une réalité quotidienne (à illustrer par des articles de journaux, des données officielles et/ou des photos) et au thème de l’année</a:t>
            </a:r>
          </a:p>
          <a:p>
            <a:r>
              <a:rPr lang="fr-FR" dirty="0"/>
              <a:t>Problématique (et </a:t>
            </a:r>
            <a:r>
              <a:rPr lang="fr-FR" dirty="0" err="1"/>
              <a:t>enventuellement</a:t>
            </a:r>
            <a:r>
              <a:rPr lang="fr-FR" dirty="0"/>
              <a:t> sous problématique)</a:t>
            </a:r>
          </a:p>
          <a:p>
            <a:r>
              <a:rPr lang="fr-FR" dirty="0"/>
              <a:t>Présentation des objectifs </a:t>
            </a:r>
          </a:p>
          <a:p>
            <a:pPr lvl="1"/>
            <a:r>
              <a:rPr lang="fr-FR" dirty="0"/>
              <a:t>Séparation du travail (si binôme) : quelle est la part de chacun dans le travail. (sans entrer dans les détails de l’autre TIPE, mais être au courant de ce qu’il a fait !)</a:t>
            </a:r>
          </a:p>
          <a:p>
            <a:r>
              <a:rPr lang="fr-FR" dirty="0"/>
              <a:t>Présentation de comment répondre à vos objectifs 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996823E-8F8B-D6F8-2DF2-8928452C5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39E9DDC-C4EC-A41E-D550-C06337269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PSI-MN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978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5E6FB7-FCF2-2DD3-576D-00E8E475A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Corps de la présentation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D46B0A-1FD8-B87A-D997-7002FBA83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8447" y="803186"/>
            <a:ext cx="6796745" cy="5248622"/>
          </a:xfrm>
        </p:spPr>
        <p:txBody>
          <a:bodyPr>
            <a:normAutofit/>
          </a:bodyPr>
          <a:lstStyle/>
          <a:p>
            <a:r>
              <a:rPr lang="fr-FR" dirty="0"/>
              <a:t>Bien numéroter les pages</a:t>
            </a:r>
          </a:p>
          <a:p>
            <a:r>
              <a:rPr lang="fr-FR" dirty="0"/>
              <a:t>Pas d’animations, le fichier PPT est converti en PDF où les animations ne passent pas !</a:t>
            </a:r>
          </a:p>
          <a:p>
            <a:r>
              <a:rPr lang="fr-FR" dirty="0"/>
              <a:t>Les diapos doivent être aérées et non surchargées</a:t>
            </a:r>
          </a:p>
          <a:p>
            <a:r>
              <a:rPr lang="fr-FR" dirty="0"/>
              <a:t>Les mots importants doivent être en </a:t>
            </a:r>
            <a:r>
              <a:rPr lang="fr-FR" b="1" dirty="0"/>
              <a:t>gras</a:t>
            </a:r>
            <a:r>
              <a:rPr lang="fr-FR" dirty="0"/>
              <a:t> et en </a:t>
            </a:r>
            <a:r>
              <a:rPr lang="fr-FR" b="1" dirty="0">
                <a:solidFill>
                  <a:srgbClr val="FF0000"/>
                </a:solidFill>
              </a:rPr>
              <a:t>couleur</a:t>
            </a:r>
          </a:p>
          <a:p>
            <a:r>
              <a:rPr lang="fr-FR" dirty="0"/>
              <a:t>Légender les photos et les schémas de montage ! Les examinateurs n’ont jamais vu vos montages alors qu’il est familier pour vous ! Alors soyez clairs !</a:t>
            </a:r>
          </a:p>
          <a:p>
            <a:r>
              <a:rPr lang="fr-FR" dirty="0"/>
              <a:t>Sourcez les schémas ou photos qui ne sont pas de vous</a:t>
            </a:r>
          </a:p>
          <a:p>
            <a:r>
              <a:rPr lang="fr-FR" dirty="0"/>
              <a:t>Ne pas faire un plan type </a:t>
            </a:r>
            <a:r>
              <a:rPr lang="fr-FR" b="1" dirty="0"/>
              <a:t>Théorie/expérience/conclusion </a:t>
            </a:r>
          </a:p>
          <a:p>
            <a:pPr lvl="1"/>
            <a:r>
              <a:rPr lang="fr-FR" dirty="0"/>
              <a:t>Un TIPE n’est pas un TP</a:t>
            </a:r>
          </a:p>
          <a:p>
            <a:pPr lvl="1"/>
            <a:r>
              <a:rPr lang="fr-FR" dirty="0"/>
              <a:t>Il doit refléter une démarche scientifique qui répond à  votre problématique selon vos objectifs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E0912BD-4FA2-74E5-FA3F-0FB79C207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z="3200" smtClean="0">
                <a:solidFill>
                  <a:srgbClr val="FF0000"/>
                </a:solidFill>
              </a:rPr>
              <a:t>4</a:t>
            </a:fld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56B3149-3545-8E79-EAD4-15CF985AC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PSI-MN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743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6BAF47-4172-B1C6-E5CF-C12B1F012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903131B-CBD1-0E94-0F3C-24DA0DE2E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objectifs sont ils atteints ?</a:t>
            </a:r>
          </a:p>
          <a:p>
            <a:r>
              <a:rPr lang="fr-FR" dirty="0"/>
              <a:t>Avez-vous répondu à la problématique ?</a:t>
            </a:r>
          </a:p>
          <a:p>
            <a:r>
              <a:rPr lang="fr-FR" dirty="0"/>
              <a:t>Quelles perspectives ?</a:t>
            </a:r>
          </a:p>
          <a:p>
            <a:r>
              <a:rPr lang="fr-FR" dirty="0"/>
              <a:t>Quelles améliorations ?</a:t>
            </a:r>
          </a:p>
          <a:p>
            <a:r>
              <a:rPr lang="fr-FR" dirty="0"/>
              <a:t>Eviter les formules bateaux et les remerciements en tant que conclusion de diaporama !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9009072-E4D1-750C-1CD6-BB29FC2F5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EE9B6AA-6DD6-5B6C-8B62-DE40ECC57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PSI-MN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4526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3ED148-5C13-A456-B101-6921EAAD8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Annexes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BB50B4-F605-2A57-CF99-2B30807BF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fr-FR" dirty="0"/>
              <a:t>Bibliographie (qui correspond à votre MCOT)</a:t>
            </a:r>
          </a:p>
          <a:p>
            <a:pPr algn="just"/>
            <a:r>
              <a:rPr lang="fr-FR" dirty="0"/>
              <a:t>Résultats (tableau de valeurs, expériences supplémentaires)</a:t>
            </a:r>
          </a:p>
          <a:p>
            <a:pPr algn="just"/>
            <a:r>
              <a:rPr lang="fr-FR" dirty="0"/>
              <a:t>Démonstrations de cours ...</a:t>
            </a:r>
          </a:p>
          <a:p>
            <a:pPr algn="just"/>
            <a:r>
              <a:rPr lang="fr-FR" dirty="0"/>
              <a:t>Pistes de réponses aux questions imaginées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863D92D-37D7-7F1D-AC90-206261BFA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AB0668E-1DF8-A493-B558-06BFFBA34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PSI-MN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878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A9187F-C08C-7BEF-39CB-C48DA9A00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Conseils de rédaction à suivre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7DF7EA-C716-5A1B-96E4-EC83866DE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/>
              <a:t>Bien numéroter les diapos</a:t>
            </a:r>
          </a:p>
          <a:p>
            <a:r>
              <a:rPr lang="fr-FR" dirty="0"/>
              <a:t>Ne pas parler trop vite</a:t>
            </a:r>
          </a:p>
          <a:p>
            <a:r>
              <a:rPr lang="fr-FR" dirty="0"/>
              <a:t>Ne pas chercher à en dire trop </a:t>
            </a:r>
          </a:p>
          <a:p>
            <a:r>
              <a:rPr lang="fr-FR" dirty="0"/>
              <a:t>Être clair et précis dans le vocabulaire utilisé</a:t>
            </a:r>
          </a:p>
          <a:p>
            <a:r>
              <a:rPr lang="fr-FR" dirty="0"/>
              <a:t>Le nombre de pages n’est pas limité mais la taille globale du fichier oui ! Donc attention aux photos trop lourdes !</a:t>
            </a:r>
          </a:p>
          <a:p>
            <a:r>
              <a:rPr lang="fr-FR" dirty="0"/>
              <a:t>Compter environ 30 secondes à 1minute par diapo (soit environ une vingtaine de diapos pour votre présentation)</a:t>
            </a:r>
          </a:p>
          <a:p>
            <a:r>
              <a:rPr lang="fr-FR" dirty="0"/>
              <a:t>Avoir sur papier libre les points fondamentaux à dire sur chaque diapo (indiquer le numéro de la diapo voire éventuellement le temps à passer dessus)</a:t>
            </a:r>
          </a:p>
          <a:p>
            <a:r>
              <a:rPr lang="fr-FR" dirty="0"/>
              <a:t>S’entrainer plusieurs fois pour que le propos soit lisse mais éviter de réciter ou lire un texte !</a:t>
            </a:r>
          </a:p>
          <a:p>
            <a:pPr algn="just"/>
            <a:r>
              <a:rPr lang="fr-FR" dirty="0"/>
              <a:t>Choisissez avec soin les mots de </a:t>
            </a:r>
            <a:r>
              <a:rPr lang="fr-FR" b="1" i="1" dirty="0"/>
              <a:t>vocabulaires scientifiques </a:t>
            </a:r>
            <a:r>
              <a:rPr lang="fr-FR" dirty="0"/>
              <a:t>!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E7834D7-49D5-7631-07A8-83290B740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47F07F5-068F-E7A7-1883-F3224E38A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PSI-MN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192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1D85B0-286F-9AC4-75DD-F93B8987A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Quelques conseils avant l’oral de TIPE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946E2D-7F7D-4826-4650-8262BF49F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buFont typeface="Arial" panose="020B0604020202020204" pitchFamily="34" charset="0"/>
              <a:buChar char="•"/>
            </a:pPr>
            <a:endParaRPr lang="fr-FR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Prévoyez une clé </a:t>
            </a:r>
            <a:r>
              <a:rPr lang="fr-F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usb</a:t>
            </a:r>
            <a:r>
              <a:rPr lang="fr-F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contenant le livrable déposé sur SCEI (au cas où!) et ayez là avec vous le jour de l’oral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Pensez à bien relire votre MCOT vous serez (probablement) interrogé dessus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Ayez votre DOT en tête et bien connaître l'identité des personnes (industriels, chercheurs...) que vous avez pu rencontrer (noms, titre et fonctions)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Prévoyez une montre (pas de téléphone autorisée ni tablette)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Prévoyez un stylo votre Carte d’identité et de l'eau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222222"/>
                </a:solidFill>
                <a:latin typeface="Arial" panose="020B0604020202020204" pitchFamily="34" charset="0"/>
              </a:rPr>
              <a:t>I</a:t>
            </a:r>
            <a:r>
              <a:rPr lang="fr-F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mprimez les supports (2D) que vous pouvez proposer au jury (programmes info, photos ou autres...) vous ne pourrez pas (a priori) les récupérer en fin d’épreuve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Préparez bien vos fiches si besoin pour présenter </a:t>
            </a:r>
            <a:r>
              <a:rPr lang="fr-FR" dirty="0">
                <a:solidFill>
                  <a:srgbClr val="222222"/>
                </a:solidFill>
                <a:latin typeface="Arial" panose="020B0604020202020204" pitchFamily="34" charset="0"/>
              </a:rPr>
              <a:t>l’</a:t>
            </a:r>
            <a:r>
              <a:rPr lang="fr-F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oral</a:t>
            </a:r>
            <a:br>
              <a:rPr lang="fr-F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endParaRPr lang="fr-FR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just"/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A3C4828-A599-A49F-236C-140F7274E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PSI-MN</a:t>
            </a:r>
            <a:endParaRPr lang="en-US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346D4A9-D255-19B7-6A00-FEC464F71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805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130343-4741-7858-2D66-FDFC7A34E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Quelques conseils pendant l’oral de TIPE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8BC069-C85E-D628-24CB-6A7E7F3ED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Lorsque le jury vous accueille, pensez à lui dire bonjour distinctement. Présentez votre pièce d'identité et émargez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Votre présentation est projetée : tout est prêt, vous pourrez juste tester rapidement la prise en main du clavier (il ne vous est pas possible de brancher de clés </a:t>
            </a:r>
            <a:r>
              <a:rPr lang="fr-F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usb</a:t>
            </a:r>
            <a:r>
              <a:rPr lang="fr-F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sur l’ordinateur)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Parlez clairement d'une voix forte et avec un débit maitrisé. Attention aux vocabulaires : pas de familiarité et une bonne maitrise du vocabulaire scientifique.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Le masque n'est pas obligatoire mais vous pouvez en porter.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Bien respecter le timing ! Il faut être bien calibré à 15min. Trop long vous serez coupé et vous n'arriverez pas à délivrer tous vos messages ! Trop court vous serez sanctionné (sévèrement)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Bien soigner les transitions, l'intro (contextualisation) et la conclusion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Pensez à lire le titre de votre TIPE et bien présenter la problématique et les objectifs (différentiés si groupe)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Bien regarder les deux jury pendant l'oral, ne restez pas scotché sur vos notes !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Soyez toujours courtois même si vous êtes en difficulté ou si le jury à l'air de s'en f*****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Vous avez accès à un tableau et stylo, servez vous en si besoin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Remerciez (oralement) le jury à la fin de votre présentation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 la fin de l’entretien, dire au revoir et merci au jury distinctement et ne rien oublier (carte identité, montre...)</a:t>
            </a:r>
          </a:p>
          <a:p>
            <a:pPr algn="just"/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1DCD93A-9E79-AE8F-3131-63A9AD84D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PSI-MN</a:t>
            </a:r>
            <a:endParaRPr lang="en-US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251C403-AA9A-1EEB-0D2A-8FF6A0D5F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2730804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{3FE8FF93-BFF3-4643-B9B6-BCCBECB4A178}tf16401371</Template>
  <TotalTime>98</TotalTime>
  <Words>832</Words>
  <Application>Microsoft Office PowerPoint</Application>
  <PresentationFormat>Grand écran</PresentationFormat>
  <Paragraphs>86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Rockwell</vt:lpstr>
      <vt:lpstr>Wingdings</vt:lpstr>
      <vt:lpstr>Atlas</vt:lpstr>
      <vt:lpstr>Je réalise mon Power Point de TIPE</vt:lpstr>
      <vt:lpstr>Page de garde</vt:lpstr>
      <vt:lpstr>Introduction</vt:lpstr>
      <vt:lpstr>Corps de la présentation</vt:lpstr>
      <vt:lpstr>Conclusion</vt:lpstr>
      <vt:lpstr>Annexes</vt:lpstr>
      <vt:lpstr>Conseils de rédaction à suivre</vt:lpstr>
      <vt:lpstr>Quelques conseils avant l’oral de TIPE</vt:lpstr>
      <vt:lpstr>Quelques conseils pendant l’oral de TIPE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 réalise mon Power Point de TIPE</dc:title>
  <dc:creator>Maxime NAGELS</dc:creator>
  <cp:lastModifiedBy>Maxime NAGELS</cp:lastModifiedBy>
  <cp:revision>13</cp:revision>
  <dcterms:created xsi:type="dcterms:W3CDTF">2022-05-24T07:01:47Z</dcterms:created>
  <dcterms:modified xsi:type="dcterms:W3CDTF">2024-06-04T12:21:51Z</dcterms:modified>
</cp:coreProperties>
</file>